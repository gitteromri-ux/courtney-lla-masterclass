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wid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49040"/>
            <a:ext cx="12188952" cy="3108960"/>
          </a:xfrm>
          <a:prstGeom prst="rect">
            <a:avLst/>
          </a:prstGeom>
          <a:solidFill>
            <a:srgbClr val="02091C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749040"/>
            <a:ext cx="12188952" cy="3108960"/>
          </a:xfrm>
          <a:prstGeom prst="rect">
            <a:avLst/>
          </a:prstGeom>
          <a:solidFill>
            <a:srgbClr val="02091C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Julie, on set.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777240" y="54406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that introduces the world's #2-ranked bio-optimizer as the face of Longevity Life Academy.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ine/grad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440"/>
            <a:ext cx="12188952" cy="4480560"/>
          </a:xfrm>
          <a:prstGeom prst="rect">
            <a:avLst/>
          </a:prstGeom>
        </p:spPr>
      </p:pic>
      <p:pic>
        <p:nvPicPr>
          <p:cNvPr id="4" name="Image 2" descr="cine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12188952" cy="3200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6" name="Text 1"/>
          <p:cNvSpPr/>
          <p:nvPr/>
        </p:nvSpPr>
        <p:spPr>
          <a:xfrm>
            <a:off x="7772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731520" y="4480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room built for authority.</a:t>
            </a:r>
            <a:endParaRPr lang="en-US" sz="4400" dirty="0"/>
          </a:p>
        </p:txBody>
      </p:sp>
      <p:sp>
        <p:nvSpPr>
          <p:cNvPr id="8" name="Text 3"/>
          <p:cNvSpPr/>
          <p:nvPr/>
        </p:nvSpPr>
        <p:spPr>
          <a:xfrm>
            <a:off x="777240" y="550468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wood, a wall of books, layered lamplight. Cinema lighting, one subject, no distractions — the visual language of trust.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al/man_medi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pic>
        <p:nvPicPr>
          <p:cNvPr id="3" name="Image 1" descr="onset/laug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pic>
        <p:nvPicPr>
          <p:cNvPr id="4" name="Image 2" descr="cine/grad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23774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2091C">
              <a:alpha val="70000"/>
            </a:srgbClr>
          </a:solidFill>
          <a:ln/>
        </p:spPr>
      </p:sp>
      <p:pic>
        <p:nvPicPr>
          <p:cNvPr id="6" name="Image 3" descr="cine/grad_bott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46320"/>
            <a:ext cx="6094476" cy="2011680"/>
          </a:xfrm>
          <a:prstGeom prst="rect">
            <a:avLst/>
          </a:prstGeom>
        </p:spPr>
      </p:pic>
      <p:pic>
        <p:nvPicPr>
          <p:cNvPr id="7" name="Image 4" descr="cine/grad_bott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4846320"/>
            <a:ext cx="6094476" cy="201168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6076188" y="0"/>
            <a:ext cx="36576" cy="685800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9" name="Shap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0" name="Text 3"/>
          <p:cNvSpPr/>
          <p:nvPr/>
        </p:nvSpPr>
        <p:spPr>
          <a:xfrm>
            <a:off x="7772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CASTING</a:t>
            </a:r>
            <a:endParaRPr lang="en-US" sz="1400" dirty="0"/>
          </a:p>
        </p:txBody>
      </p:sp>
      <p:sp>
        <p:nvSpPr>
          <p:cNvPr id="11" name="Text 4"/>
          <p:cNvSpPr/>
          <p:nvPr/>
        </p:nvSpPr>
        <p:spPr>
          <a:xfrm>
            <a:off x="749808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set. The right person in the chair.</a:t>
            </a:r>
            <a:endParaRPr lang="en-US" sz="3300" dirty="0"/>
          </a:p>
        </p:txBody>
      </p:sp>
      <p:sp>
        <p:nvSpPr>
          <p:cNvPr id="12" name="Text 5"/>
          <p:cNvSpPr/>
          <p:nvPr/>
        </p:nvSpPr>
        <p:spPr>
          <a:xfrm>
            <a:off x="7772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777240" y="58704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stand-in.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6505956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505956" y="587044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Gibson Clark — the real voice.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clo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ine/grad_left_st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096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" y="187452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has to be like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brushing your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teeth.”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22960" y="4434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message in one line — longevity as a daily habit anyone can keep.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JULIE GIBSON CLARK  ·  ON SET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gesture_portra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36576" cy="685800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5" name="Text 2"/>
          <p:cNvSpPr/>
          <p:nvPr/>
        </p:nvSpPr>
        <p:spPr>
          <a:xfrm>
            <a:off x="557784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32120" y="9601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person.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set.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authority.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577840" y="3154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stock, no stand-in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77840" y="34930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World #2 bio-optimizer — not a model reading lines.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39959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that signals trust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577840" y="43342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backdrop frames her as the credible expert she is.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77840" y="48371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Cinematic, not corporate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77840" y="51755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lamplight and shallow depth feel premium and human.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567842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shoot, many cuts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577840" y="60167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film, reels, thumbnails and ad frames — all from one day.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" y="8046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frames from one set-up.</a:t>
            </a:r>
            <a:endParaRPr lang="en-US" sz="3200" dirty="0"/>
          </a:p>
        </p:txBody>
      </p:sp>
      <p:pic>
        <p:nvPicPr>
          <p:cNvPr id="5" name="Image 0" descr="onset/thumb_wid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20240"/>
            <a:ext cx="3611880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920240"/>
            <a:ext cx="3611880" cy="73152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80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882896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room — sets tone and scale.</a:t>
            </a:r>
            <a:endParaRPr lang="en-US" sz="1400" dirty="0"/>
          </a:p>
        </p:txBody>
      </p:sp>
      <p:pic>
        <p:nvPicPr>
          <p:cNvPr id="9" name="Image 1" descr="onset/thumb_gestur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920240"/>
            <a:ext cx="3611880" cy="2395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45152" y="1920240"/>
            <a:ext cx="3611880" cy="73152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1" name="Text 7"/>
          <p:cNvSpPr/>
          <p:nvPr/>
        </p:nvSpPr>
        <p:spPr>
          <a:xfrm>
            <a:off x="4645152" y="4480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45152" y="4882896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frame — hero of the film and reels.</a:t>
            </a:r>
            <a:endParaRPr lang="en-US" sz="1400" dirty="0"/>
          </a:p>
        </p:txBody>
      </p:sp>
      <p:pic>
        <p:nvPicPr>
          <p:cNvPr id="13" name="Image 2" descr="onset/thumb_close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13064" y="1920240"/>
            <a:ext cx="3611880" cy="23957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513064" y="1920240"/>
            <a:ext cx="3611880" cy="73152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5" name="Text 10"/>
          <p:cNvSpPr/>
          <p:nvPr/>
        </p:nvSpPr>
        <p:spPr>
          <a:xfrm>
            <a:off x="8513064" y="4480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513064" y="4882896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and eye contact — the quote moments.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clos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pic>
        <p:nvPicPr>
          <p:cNvPr id="3" name="Image 1" descr="cine/grad_left_st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638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49808" y="89611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treatment.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7724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377440" y="1965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practicals + soft key. Golden, never clinical.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2807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377440" y="280720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depth. Subject sharp, room soft behind.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64845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377440" y="364845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browns, amber lamplight, deep shadows.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448970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377440" y="44897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Unhurried. Let her speak. Room in every cut.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" y="53309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377440" y="53309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 room tone, soft score. Her voice leads.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laugh_portra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9680" y="0"/>
            <a:ext cx="3319272" cy="6858000"/>
          </a:xfrm>
          <a:prstGeom prst="rect">
            <a:avLst/>
          </a:prstGeom>
        </p:spPr>
      </p:pic>
      <p:pic>
        <p:nvPicPr>
          <p:cNvPr id="3" name="Image 1" descr="cine/grad_left_st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ON-CAMERA LINES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49808" y="8503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says in the chair.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777240" y="2057400"/>
            <a:ext cx="73152" cy="128016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8" name="Text 4"/>
          <p:cNvSpPr/>
          <p:nvPr/>
        </p:nvSpPr>
        <p:spPr>
          <a:xfrm>
            <a:off x="109728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cannot biohack your way out of a good night's sleep.”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97280" y="30266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EQUALIZER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77240" y="3575304"/>
            <a:ext cx="73152" cy="128016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1" name="Text 7"/>
          <p:cNvSpPr/>
          <p:nvPr/>
        </p:nvSpPr>
        <p:spPr>
          <a:xfrm>
            <a:off x="1097280" y="357530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“My why is my son. I want to be there for him as long as possible.”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97280" y="4544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5093208"/>
            <a:ext cx="73152" cy="128016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509320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don't need millions of dollars to live long, vibrant lives.”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97280" y="6062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3017520"/>
          </a:xfrm>
          <a:prstGeom prst="rect">
            <a:avLst/>
          </a:prstGeom>
        </p:spPr>
      </p:pic>
      <p:pic>
        <p:nvPicPr>
          <p:cNvPr id="3" name="Image 1" descr="cine/grad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017520"/>
          </a:xfrm>
          <a:prstGeom prst="rect">
            <a:avLst/>
          </a:prstGeom>
        </p:spPr>
      </p:pic>
      <p:pic>
        <p:nvPicPr>
          <p:cNvPr id="4" name="Image 2" descr="cine/grad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686800" cy="30175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7772400" cy="1783080"/>
          </a:xfrm>
          <a:prstGeom prst="rect">
            <a:avLst/>
          </a:prstGeom>
          <a:solidFill>
            <a:srgbClr val="02091C">
              <a:alpha val="70000"/>
            </a:srgbClr>
          </a:solidFill>
          <a:ln/>
        </p:spPr>
      </p:sp>
      <p:sp>
        <p:nvSpPr>
          <p:cNvPr id="6" name="Shape 1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7" name="Text 2"/>
          <p:cNvSpPr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749808" y="8503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shoot, everywhere.</a:t>
            </a:r>
            <a:endParaRPr lang="en-US" sz="3600" dirty="0"/>
          </a:p>
        </p:txBody>
      </p:sp>
      <p:sp>
        <p:nvSpPr>
          <p:cNvPr id="9" name="Shape 4"/>
          <p:cNvSpPr/>
          <p:nvPr/>
        </p:nvSpPr>
        <p:spPr>
          <a:xfrm>
            <a:off x="777240" y="3520440"/>
            <a:ext cx="2670048" cy="2697480"/>
          </a:xfrm>
          <a:prstGeom prst="rect">
            <a:avLst/>
          </a:prstGeom>
          <a:solidFill>
            <a:srgbClr val="0A1533"/>
          </a:solidFill>
          <a:ln w="12700">
            <a:solidFill>
              <a:srgbClr val="1B2D5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77240" y="3520440"/>
            <a:ext cx="2670048" cy="82296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1" name="Text 6"/>
          <p:cNvSpPr/>
          <p:nvPr/>
        </p:nvSpPr>
        <p:spPr>
          <a:xfrm>
            <a:off x="1033272" y="379476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film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33272" y="4663440"/>
            <a:ext cx="21671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 brand film for the site &amp; launch.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3584448" y="3520440"/>
            <a:ext cx="2670048" cy="2697480"/>
          </a:xfrm>
          <a:prstGeom prst="rect">
            <a:avLst/>
          </a:prstGeom>
          <a:solidFill>
            <a:srgbClr val="0A1533"/>
          </a:solidFill>
          <a:ln w="12700">
            <a:solidFill>
              <a:srgbClr val="1B2D5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584448" y="3520440"/>
            <a:ext cx="2670048" cy="82296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5" name="Text 10"/>
          <p:cNvSpPr/>
          <p:nvPr/>
        </p:nvSpPr>
        <p:spPr>
          <a:xfrm>
            <a:off x="3840480" y="379476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reels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3840480" y="4663440"/>
            <a:ext cx="21671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vertical cut-downs for IG &amp; TikTok.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391656" y="3520440"/>
            <a:ext cx="2670048" cy="2697480"/>
          </a:xfrm>
          <a:prstGeom prst="rect">
            <a:avLst/>
          </a:prstGeom>
          <a:solidFill>
            <a:srgbClr val="0A1533"/>
          </a:solidFill>
          <a:ln w="12700">
            <a:solidFill>
              <a:srgbClr val="1B2D5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91656" y="3520440"/>
            <a:ext cx="2670048" cy="82296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19" name="Text 14"/>
          <p:cNvSpPr/>
          <p:nvPr/>
        </p:nvSpPr>
        <p:spPr>
          <a:xfrm>
            <a:off x="6647688" y="379476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647688" y="4663440"/>
            <a:ext cx="21671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YouTube frames from the close-ups.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198864" y="3520440"/>
            <a:ext cx="2670048" cy="2697480"/>
          </a:xfrm>
          <a:prstGeom prst="rect">
            <a:avLst/>
          </a:prstGeom>
          <a:solidFill>
            <a:srgbClr val="0A1533"/>
          </a:solidFill>
          <a:ln w="12700">
            <a:solidFill>
              <a:srgbClr val="1B2D5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98864" y="3520440"/>
            <a:ext cx="2670048" cy="82296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23" name="Text 18"/>
          <p:cNvSpPr/>
          <p:nvPr/>
        </p:nvSpPr>
        <p:spPr>
          <a:xfrm>
            <a:off x="9454896" y="379476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Stills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9454896" y="4663440"/>
            <a:ext cx="21671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Thumbnails, press kit &amp; article headers.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set/ges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ine/grad_left_st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63840" cy="6858000"/>
          </a:xfrm>
          <a:prstGeom prst="rect">
            <a:avLst/>
          </a:prstGeom>
        </p:spPr>
      </p:pic>
      <p:pic>
        <p:nvPicPr>
          <p:cNvPr id="4" name="Image 2" descr="cine/grad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6240"/>
            <a:ext cx="12188952" cy="26517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1A7FFF"/>
          </a:solidFill>
          <a:ln/>
        </p:spPr>
      </p:sp>
      <p:sp>
        <p:nvSpPr>
          <p:cNvPr id="6" name="Text 1"/>
          <p:cNvSpPr/>
          <p:nvPr/>
        </p:nvSpPr>
        <p:spPr>
          <a:xfrm>
            <a:off x="777240" y="2148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roll.</a:t>
            </a:r>
            <a:endParaRPr lang="en-US" sz="5600" dirty="0"/>
          </a:p>
        </p:txBody>
      </p:sp>
      <p:sp>
        <p:nvSpPr>
          <p:cNvPr id="7" name="Text 2"/>
          <p:cNvSpPr/>
          <p:nvPr/>
        </p:nvSpPr>
        <p:spPr>
          <a:xfrm>
            <a:off x="822960" y="33375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is built, the story is written, and the right person is in the chair. Let's shoot it.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LIFE ACADEMY  ×  JULIE GIBSON CLARK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0634472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2026-07-05T23:22:38Z</dcterms:created>
  <dcterms:modified xsi:type="dcterms:W3CDTF">2026-07-05T23:22:38Z</dcterms:modified>
</cp:coreProperties>
</file>